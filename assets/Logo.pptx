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DE80"/>
    <a:srgbClr val="C084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3"/>
    <p:restoredTop sz="94689"/>
  </p:normalViewPr>
  <p:slideViewPr>
    <p:cSldViewPr snapToGrid="0">
      <p:cViewPr varScale="1">
        <p:scale>
          <a:sx n="147" d="100"/>
          <a:sy n="147" d="100"/>
        </p:scale>
        <p:origin x="1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9B988-45E8-9216-8782-87A573D7C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BB72D-EEE5-63C2-71D7-966641BFA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C0002-A227-33D3-7DE9-FBA0D1ECB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846AC-951D-911E-4FFA-0D783488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B064D-EA90-9C15-1062-3AD64843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6351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1F13-CABA-0AC6-522F-9E9ECFB4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C23D7-6F26-D726-6B58-75D09B964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886E1-4CB2-5D5F-D86A-46CF2C87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41A04-5F0E-4E74-C6D9-AE003AB86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4715A-7F52-A9E3-2A6D-7896BA9C4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46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AF43-06AE-BC2F-CC14-17EE3D69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475EE-0D50-7CDC-0C10-D09409BE8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90863-C27A-8ED2-1CF1-F88845891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047E5-D90B-E670-8EBF-5FB940F97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4F935-BBB7-C257-65DD-6FF8A631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20032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32F68-A6D1-386E-750F-A7A3B8F9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9A3C1-2806-AF98-ECDD-FBF1D9762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54BCA-8080-8568-B940-64F4872F8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91CE7-F3EA-2908-7AD8-AA34FDF4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D96A3-4435-8003-5361-33CA9F49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20C6F-3F07-5CEA-8F6E-CA62D076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285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A0EA-D4F8-B1D4-1708-46DF4E7A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719CC-3EAE-ED29-429F-F6E280BCD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B4AC3-B5A1-CBBE-5AB0-EE5B825AE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19CD0-0707-E885-1214-EC96D2BCE7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5DF4C-E990-59BF-6431-3008C04B3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F92CD-34DD-710B-EEC9-045BEE6A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EC9DD6-F378-FBAA-48BC-D64F803A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F2E99-AB73-21D6-9098-313F176C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6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264B-B175-A974-BAE8-8D6ED2E74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C4709-B863-A9A6-1FE7-5BA50B8E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A45106-F9F9-5F4E-DDC7-CBE4C25A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0BBFE-EAAF-EAAF-6C5D-3E6454BB1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2109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D23B91-0798-7831-C3D8-003E9420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46EB8-3422-9DC0-5D67-AB4CE47A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04BE3-A4CC-7A00-923C-37E5E2848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94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8B6F-DA74-0EAA-4AF7-C9BD3A74D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EB378-4A48-2E72-3345-608D41DF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64DC7-6780-97D8-6388-53CC9E9FC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15FFB-A877-8EC5-C7E4-3D8CD00F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47A4E-BAE8-532F-CB6C-1AF9F5C4D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F1946-EC97-944E-9B12-584F1FD00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671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896C-3E62-319F-0ECF-2A85C45F7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A6024E-7C39-3644-4EBC-4BD4839B6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7921A-575F-1CD1-A196-7087BC4EB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9930A-5715-7CAB-E13B-E3871FC65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4FD95-D2EE-2AFE-BC3A-51ADEF29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51ACC-A9CD-FB1E-9FC0-E5813FC7C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501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8B5C-0E02-4ED0-0424-570223ED4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7EF19-76A1-FEEE-49E4-D7653AA75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D24C7-A759-47BB-D719-59E570015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29B09-D5AB-16D9-3A04-4B6D1BF8C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2543D-696D-FD47-DF7B-F57AE89B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9381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05FAE2-87B4-A14E-DFCE-67B1B631E0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66E45E-E188-B779-5717-75B47F1A1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64FB6-AEA7-D5CF-3F36-E77808B6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40305-C08F-22C6-4379-DE2259602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F8FE5-0452-0D2F-EDC7-B825F499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599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3ACECE-F458-F4BA-C85E-0543F1B47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FFFC7-D270-EEB0-1AAB-30BA6837D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F64A5-A461-FB9D-1458-74790D8F8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0F8C9-9D36-2D43-817A-C019FF84D570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C9833-EC36-884E-C0E3-3028230CD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93A1F-966D-0FF6-EB6C-5FDC87029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8083F-5723-D947-8CE7-EEA2392F58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338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F46241-427E-92C2-4DFB-E57FA0D7C6C8}"/>
              </a:ext>
            </a:extLst>
          </p:cNvPr>
          <p:cNvSpPr/>
          <p:nvPr/>
        </p:nvSpPr>
        <p:spPr>
          <a:xfrm rot="19546320">
            <a:off x="5631323" y="2751809"/>
            <a:ext cx="194872" cy="1019330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5A6DB13-168C-0110-7AE7-6668112ED812}"/>
              </a:ext>
            </a:extLst>
          </p:cNvPr>
          <p:cNvSpPr/>
          <p:nvPr/>
        </p:nvSpPr>
        <p:spPr>
          <a:xfrm>
            <a:off x="5406780" y="2751809"/>
            <a:ext cx="194872" cy="101933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97D232-BDC4-E853-93AA-1A4B802DE9EF}"/>
              </a:ext>
            </a:extLst>
          </p:cNvPr>
          <p:cNvSpPr/>
          <p:nvPr/>
        </p:nvSpPr>
        <p:spPr>
          <a:xfrm>
            <a:off x="5901128" y="2751809"/>
            <a:ext cx="194872" cy="1019330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D79C14-28FA-D14D-BBD4-2F62F10BA2C0}"/>
              </a:ext>
            </a:extLst>
          </p:cNvPr>
          <p:cNvSpPr/>
          <p:nvPr/>
        </p:nvSpPr>
        <p:spPr>
          <a:xfrm>
            <a:off x="5861404" y="3515668"/>
            <a:ext cx="285396" cy="2853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AF362E-10A4-D6E0-9457-2E7B9AB9DFA7}"/>
              </a:ext>
            </a:extLst>
          </p:cNvPr>
          <p:cNvSpPr/>
          <p:nvPr/>
        </p:nvSpPr>
        <p:spPr>
          <a:xfrm>
            <a:off x="5361518" y="2751809"/>
            <a:ext cx="285396" cy="2853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B5577A-A2FE-FDD4-0092-6B36930799F6}"/>
              </a:ext>
            </a:extLst>
          </p:cNvPr>
          <p:cNvSpPr/>
          <p:nvPr/>
        </p:nvSpPr>
        <p:spPr>
          <a:xfrm>
            <a:off x="5861404" y="2751809"/>
            <a:ext cx="285396" cy="2853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87322-7436-ECE7-B943-C349561BC4B3}"/>
              </a:ext>
            </a:extLst>
          </p:cNvPr>
          <p:cNvSpPr txBox="1"/>
          <p:nvPr/>
        </p:nvSpPr>
        <p:spPr>
          <a:xfrm>
            <a:off x="3362254" y="3261474"/>
            <a:ext cx="189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b="1" dirty="0">
                <a:latin typeface=""/>
                <a:cs typeface="Segoe UI" panose="020B0502040204020203" pitchFamily="34" charset="0"/>
              </a:rPr>
              <a:t>חרוזות</a:t>
            </a:r>
            <a:endParaRPr lang="en-IL" b="1" dirty="0">
              <a:latin typeface="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91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C55245A-A00B-EE28-8A57-4039DBDFF979}"/>
              </a:ext>
            </a:extLst>
          </p:cNvPr>
          <p:cNvSpPr/>
          <p:nvPr/>
        </p:nvSpPr>
        <p:spPr>
          <a:xfrm>
            <a:off x="4354285" y="2381499"/>
            <a:ext cx="3483429" cy="348342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5" name="Content Placeholder 4" descr="A black background with blue letters&#10;&#10;AI-generated content may be incorrect.">
            <a:extLst>
              <a:ext uri="{FF2B5EF4-FFF2-40B4-BE49-F238E27FC236}">
                <a16:creationId xmlns:a16="http://schemas.microsoft.com/office/drawing/2014/main" id="{6659BCD6-F9C7-42D2-A26B-3AEEDD524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9300" y="3505994"/>
            <a:ext cx="3073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29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Ohad Griner</dc:creator>
  <cp:lastModifiedBy>Ohad Griner</cp:lastModifiedBy>
  <cp:revision>3</cp:revision>
  <dcterms:created xsi:type="dcterms:W3CDTF">2026-07-08T14:07:47Z</dcterms:created>
  <dcterms:modified xsi:type="dcterms:W3CDTF">2026-07-20T12:59:34Z</dcterms:modified>
</cp:coreProperties>
</file>